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1828800"/>
            <a:ext cx="48463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  <a:latin typeface="Calibri"/>
              </a:defRPr>
            </a:pPr>
            <a:r>
              <a:t>ANISAS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Autonomous Network Intelligence</a:t>
            </a:r>
            <a:br/>
            <a:r>
              <a:t>&amp; Security Assessment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023360"/>
            <a:ext cx="48463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7-Module Python Platform for Automated Network Security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Version 1.0.0  |  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What is ANISAS?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ANISAS is a fully automated network security intelligence platform that takes</a:t>
            </a:r>
            <a:br/>
            <a:r>
              <a:t>a single IP address and produces a complete security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Accepts a target IP address and runs 6 analysis modules automatically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Covers ASN lookup, port scanning, firewall detection, IoT fingerprinting, wireless analysis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Uses AI/ML decision trees for device classification and risk scoring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Generates professional PDF reports and interactive web dashboard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Built entirely in Python - no external paid services required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Designed for security researchers, network admins, and SOC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Manual Security Audits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Traditional network audits require multiple tools and hours of manual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Tool Fragmentation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 teams juggle 5-10 different tools for a single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No Unified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Results are scattered across different formats and dashboards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Slow Response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By the time reports are compiled, vulnerabilities may already be exploited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468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Calibri"/>
              </a:defRPr>
            </a:pPr>
            <a:r>
              <a:t>Skill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Not every organization has dedicated security analysts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C55E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One IP in  -&gt;  Complete security intelligence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Single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Run one command</a:t>
            </a:r>
            <a:br/>
            <a:r>
              <a:t>or click one button</a:t>
            </a:r>
            <a:br/>
            <a:r>
              <a:t>in the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286000"/>
            <a:ext cx="33832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Automated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2743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 modules run</a:t>
            </a:r>
            <a:br/>
            <a:r>
              <a:t>sequentially, each</a:t>
            </a:r>
            <a:br/>
            <a:r>
              <a:t>feeding the next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2286000"/>
            <a:ext cx="33832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8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AI-Powered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8" y="27432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 trees classify</a:t>
            </a:r>
            <a:br/>
            <a:r>
              <a:t>devices and score</a:t>
            </a:r>
            <a:br/>
            <a:r>
              <a:t>risks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Output: Professional PDF report, interactive web dashboard with live topology graph,</a:t>
            </a:r>
            <a:br/>
            <a:r>
              <a:t>JSON data for integration with SIEM/SOAR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Module 1</a:t>
            </a:r>
            <a:br/>
            <a:r>
              <a:t>ASN &amp; ISP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Module 2</a:t>
            </a:r>
            <a:br/>
            <a:r>
              <a:t>Network Recon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5020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Module 3</a:t>
            </a:r>
            <a:br/>
            <a:r>
              <a:t>Perimeter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4592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5564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Calibri"/>
              </a:defRPr>
            </a:pPr>
            <a:r>
              <a:t>Module 4</a:t>
            </a:r>
            <a:br/>
            <a:r>
              <a:t>IoT/Surveillance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74320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85292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  <a:latin typeface="Calibri"/>
              </a:defRPr>
            </a:pPr>
            <a:r>
              <a:t>Module 5</a:t>
            </a:r>
            <a:br/>
            <a:r>
              <a:t>Wireless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840480"/>
            <a:ext cx="320040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950208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Module 6</a:t>
            </a:r>
            <a:br/>
            <a:r>
              <a:t>AI/ML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657600" cy="30632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Module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GUI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FastAPI Backend</a:t>
            </a:r>
            <a:br/>
            <a:r>
              <a:t>SSE Live Streaming</a:t>
            </a:r>
            <a:br/>
            <a:r>
              <a:t>vis-network Topology</a:t>
            </a:r>
            <a:br/>
            <a:r>
              <a:t>PDF/JSON Export</a:t>
            </a:r>
            <a:br/>
            <a:r>
              <a:t>Vanilla JS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Module 1 - ASN &amp; ISP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Maps the complete ASN/ISP ecosystem for any public IP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ASN Resolution: ipinfo.io -&gt; bgpview.io -&gt; Team Cymru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ISP Profile: Name, NOC contact, abuse contact, peering partners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Multi-ASN Detection: Identifies primary and secondary ASNs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IP Prefix Enumeration: Discovers all CIDR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AI/NLP Risk Analysis using Hugging Face transformers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Sentiment-analysis model maps metadata to risk levels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Keyword fallback when model is unavailable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Generates JSON + PDF output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 8.8.8.8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B6D4"/>
                </a:solidFill>
                <a:latin typeface="Calibri"/>
              </a:defRPr>
            </a:pPr>
            <a:r>
              <a:t>Module 2 - Network Reconnaissance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Discovers hosts, scans ports, fingerprints OS, and builds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Subnet Enumeration: Discovers CIDR blocks and VLAN tags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Host Discovery: ARP, ICMP, and TCP-SYN probes with configurable threads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Port Scanning: Top 1000 TCP/UDP ports with service and banner detection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OS Fingerprinting: TTL analysis + TCP window size matching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Topology Graph: Builds node-edge graph for dashboard visualization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Stealth Mode: Randomized timing, fragmented packets, 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anisas.recon 192.168.1.0/24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F4444"/>
                </a:solidFill>
                <a:latin typeface="Calibri"/>
              </a:defRPr>
            </a:pPr>
            <a:r>
              <a:t>Module 3 - Security Perimeter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Calibri"/>
              </a:defRPr>
            </a:pPr>
            <a:r>
              <a:t>Firewall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Type: Stateful/Stateless</a:t>
            </a:r>
            <a:br/>
            <a:r>
              <a:t>Behavior: Filtered/Unfiltered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97316"/>
                </a:solidFill>
                <a:latin typeface="Calibri"/>
              </a:defRPr>
            </a:pPr>
            <a:r>
              <a:t>IDS/IPS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Action: TCP-RST, Drop</a:t>
            </a:r>
            <a:br/>
            <a:r>
              <a:t>ICMP-Unreachable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AB308"/>
                </a:solidFill>
                <a:latin typeface="Calibri"/>
              </a:defRPr>
            </a:pPr>
            <a:r>
              <a:t>DMZ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Boundary: Public-DMZ</a:t>
            </a:r>
            <a:br/>
            <a:r>
              <a:t>Internal-Only, Hybrid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280160"/>
            <a:ext cx="25603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855F7"/>
                </a:solidFill>
                <a:latin typeface="Calibri"/>
              </a:defRPr>
            </a:pPr>
            <a:r>
              <a:t>WAF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73736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Vendor identification</a:t>
            </a:r>
            <a:br/>
            <a:r>
              <a:t>Signature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Evasion Benchmarks: Fragmentation testing, slow-rate timing analysis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AI Detection Prediction: ML model predicts probe detection probability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Overall Posture: Aggregated risk level (Low/Medium/High) with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anisas.perimeter 192.168.1.1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  <a:latin typeface="Calibri"/>
              </a:defRPr>
            </a:pPr>
            <a:r>
              <a:t>Module 4 - Surveillance &amp; IoT Fingerprinting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Identifies cameras, NVRs, DVRs, and IoT devices on the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Protocol Scanning: RTSP (554), HTTP (80/443), ONVIF (80/8080)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OUI Lookup: MAC prefix -&gt; vendor identification (Hikvision, Dahua, etc.)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Device Classification: CCTV Camera, NVR, DVR, XVR, Generic IoT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Firmware Detection: Extracts version strings from HTTP banners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CVE Cross-Reference: Maps vendor/model to known vulnerabilities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IP Range Prediction: ML-based prediction of additional IoT IP ranges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Risk Rating: CRITICAL / HIGH / MEDIUM / LOW per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anisas.iot 192.168.1.0/24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A855F7"/>
                </a:solidFill>
                <a:latin typeface="Calibri"/>
              </a:defRPr>
            </a:pPr>
            <a:r>
              <a:t>Module 5 - Wireless Network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AP Enumeration: SSID, BSSID, channel, RSSI, encryption type, vendor OUI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Client Discovery: MAC address, assigned IP, hostname, active/inactive status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Authentication Analysis: Primary method, MAC filtering detection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MAC Cloning PoC: Demonstrates cloning inactive MAC to gain access (dry run)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AI Anomaly Detection: Clusters devices and flags anomalous MACs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Hardening Recommendations: Actionable security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Note: Requires wireless hardware and admin privileges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anisas.wireless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C55E"/>
                </a:solidFill>
                <a:latin typeface="Calibri"/>
              </a:defRPr>
            </a:pPr>
            <a:r>
              <a:t>Module 6 - AI/ML Analytics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Aggregates all module data and applies ML classification + risk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74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Device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313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 tree on port/OS/TTL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~95%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97480"/>
            <a:ext cx="10698480" cy="457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OS Fingerprinting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70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Decision tree on TTL/window size/ports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770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~83%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27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Topology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227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Graph analysis of host-subnet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27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Heuristic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10698480" cy="457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685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Statistical outlier detection on risk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685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69080"/>
            <a:ext cx="10698480" cy="457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42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142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Weighted formula (device + OS + ports + anomalies)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142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0-10 scale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26280"/>
            <a:ext cx="10698480" cy="457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599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NL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5994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Template-based executive summary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599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anisas.ai_engine mod1.json mod2.json mod3.json mod4.json mod5.json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Module 7 - GUI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FastAPI web application with real-time scan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Live Scan Progress: Real-time module status with animated indicators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SSE Log Streaming: Color-coded log entries with timestamps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Network Topology: Interactive vis-network graph with device coloring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Perimeter Overlay: Firewall/IDS/DMZ/WAF detection status badges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AI Summary Tab: Health score, anomaly count, risk assessment, mitigations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Threats Tab: Key threats with severity badges, device classification list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Node Detail Modal: Click any node for full device details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PDF Export: Multi-page professional report with cover page and tables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JSON Export: Complete machine-readable results for SIEM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Command:  python -m anisas.dashboard   -&gt;   http://127.0.0.1:8000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Python 3.10+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53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Data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Pydantic v2 (validation + JSON schema)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HTTP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httpx (async, auto-failover)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7744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Calibri"/>
              </a:defRPr>
            </a:pPr>
            <a:r>
              <a:t>PDF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ReportLab (tables, styles, multi-page)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NLP/ML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Hugging Face Transformers + PyTorch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547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Web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86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FastAPI + Uvicorn (async ASGI)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7200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B308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Vanilla JS + vis-network (topology graph)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5303520" cy="868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83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Server-Sent Events (SSE)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anisas/                    &lt;- Root package (Module 1)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recon/                   &lt;- Module 2 - Network Reconnaissance (9 files)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perimeter/               &lt;- Module 3 - Security Perimeter (9 files)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iot/                     &lt;- Module 4 - IoT/Surveillance (9 files)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wireless/                &lt;- Module 5 - Wireless Intelligence (9 files)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ai_engine/               &lt;- Module 6 - AI/ML Analytics (10 files)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dashboard/               &lt;- Module 7 - GUI Dashboard (6 files + HTML)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requirements.txt           &lt;- Python dependencies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pyproject.toml             &lt;- Package metadata + build config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README.md                  &lt;- Full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Total: 54 Python files across 7 modules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How to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9728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Install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pip install -r requirements.txt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9728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31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Launch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python -m anisas.dashboard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9728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Enter target 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Type any public IP in the input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97280" cy="8229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Click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Watch live progress via SSE streaming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9728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Export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715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Calibri"/>
              </a:defRPr>
            </a:pPr>
            <a:r>
              <a:t>Download as JSON or professional PDF report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2F6"/>
                </a:solidFill>
                <a:latin typeface="Calibri"/>
              </a:defRPr>
            </a:pPr>
            <a:r>
              <a:t>Sample Output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PDF Report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Cover page with target IP and timestamp</a:t>
            </a:r>
            <a:br/>
            <a:r>
              <a:t>Section 1: ASN details, IP prefixes, ISP profile, AI risk</a:t>
            </a:r>
            <a:br/>
            <a:r>
              <a:t>Section 2: Subnets, hosts, open ports, OS fingerprints</a:t>
            </a:r>
            <a:br/>
            <a:r>
              <a:t>Section 3: Firewall/IDS/DMZ/WAF detection, evasion tests</a:t>
            </a:r>
            <a:br/>
            <a:r>
              <a:t>Section 4: IoT devices, CVE vulnerabilities, risk ratings</a:t>
            </a:r>
            <a:br/>
            <a:r>
              <a:t>Section 5: APs, clients, auth analysis, anomaly detection</a:t>
            </a:r>
            <a:br/>
            <a:r>
              <a:t>Section 6: Device classifications, risk scores</a:t>
            </a:r>
            <a:br/>
            <a:r>
              <a:t>         Executive summary with threats &amp; mitigations</a:t>
            </a:r>
            <a:br/>
            <a:r>
              <a:t>Footer with page numbers and generation timestamp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02920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JSON Output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module1: ASN details, ISP profile, risk summary</a:t>
            </a:r>
            <a:br/>
            <a:r>
              <a:t>module2: Active hosts, open ports, topology graph</a:t>
            </a:r>
            <a:br/>
            <a:r>
              <a:t>module3: Perimeter defenses, evasion benchmarks</a:t>
            </a:r>
            <a:br/>
            <a:r>
              <a:t>module4: Surveillance devices, CVE entries</a:t>
            </a:r>
            <a:br/>
            <a:r>
              <a:t>module5: Access points, clients, anomaly flags</a:t>
            </a:r>
            <a:br/>
            <a:r>
              <a:t>module6: Device classifications, risk scores</a:t>
            </a:r>
            <a:br/>
            <a:r>
              <a:t>         Executive NL summary with threats &amp; mitigations</a:t>
            </a:r>
            <a:br/>
            <a:r>
              <a:t>All validated via Pydantic models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C55E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Fully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One command runs all 6 analysis modules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533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No External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Pure Python - no paid APIs or proprietary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ML classifiers for device type and OS with 83-95%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6888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Real-time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scan progress, interactive topology, color-coded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Professional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Multi-page PDF with tables, charts, and executive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65760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30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Modular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Each module runs independently or as part of the full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19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Extensible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Add new modules, classifiers, or output formats easily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53035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919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Lab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57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Designed for security research, education, and SOC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6B6D4"/>
                </a:solidFill>
                <a:latin typeface="Calibri"/>
              </a:defRPr>
            </a:pPr>
            <a:r>
              <a:t>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3657600" cy="25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Integration with SIEM platforms (Splunk, ELK, Wazuh) via REST API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Real-time monitoring mode with scheduled scans and alerting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Support for IPv6 target addresses and larger network ranges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Additional ML models: deep learning for traffic pattern analysis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Docker containerization for one-click deployment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Multi-user authentication and role-based access control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Cloud deployment (AWS/Azure) for remote network assessment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Plugin system for custom module development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Integration with threat intelligence feeds (VirusTotal, AbuseIPDB)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Mobile-responsive dashboard for field operations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2286000"/>
            <a:ext cx="48463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B82F6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566160"/>
            <a:ext cx="484632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ANISAS - Autonomous Network Intelligence &amp; Security Assessment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Version 1.0.0  |  Python 3.10+  |  54 Files  |  7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